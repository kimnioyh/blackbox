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59b1de8c1d4f7c" /><Relationship Type="http://schemas.openxmlformats.org/officeDocument/2006/relationships/extended-properties" Target="/docProps/app.xml" Id="R4cdec0d97736448c" /><Relationship Type="http://schemas.openxmlformats.org/officeDocument/2006/relationships/officeDocument" Target="/ppt/presentation.xml" Id="Rd0959cb82f5a4f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052a415cac4db6"/>
  </p:sldMasterIdLst>
  <p:notesMasterIdLst>
    <p:notesMasterId xmlns:r="http://schemas.openxmlformats.org/officeDocument/2006/relationships" r:id="R67778ffc4d954906"/>
  </p:notesMasterIdLst>
  <p:sldIdLst>
    <p:sldId xmlns:r="http://schemas.openxmlformats.org/officeDocument/2006/relationships" id="256" r:id="R11ad9d8bd90848e4"/>
    <p:sldId xmlns:r="http://schemas.openxmlformats.org/officeDocument/2006/relationships" id="257" r:id="R48edf263987b44c0"/>
    <p:sldId xmlns:r="http://schemas.openxmlformats.org/officeDocument/2006/relationships" id="258" r:id="R016888a3aec94109"/>
    <p:sldId xmlns:r="http://schemas.openxmlformats.org/officeDocument/2006/relationships" id="259" r:id="R0ee177156a8c4ebb"/>
    <p:sldId xmlns:r="http://schemas.openxmlformats.org/officeDocument/2006/relationships" id="260" r:id="R248bb1154ada408e"/>
    <p:sldId xmlns:r="http://schemas.openxmlformats.org/officeDocument/2006/relationships" id="261" r:id="Rfc2f9ea147dd441b"/>
    <p:sldId xmlns:r="http://schemas.openxmlformats.org/officeDocument/2006/relationships" id="262" r:id="R77a5ae141011430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6f201d526b45f0" /><Relationship Type="http://schemas.openxmlformats.org/officeDocument/2006/relationships/slideMaster" Target="/ppt/slideMasters/slideMaster1.xml" Id="R6b052a415cac4db6" /><Relationship Type="http://schemas.openxmlformats.org/officeDocument/2006/relationships/notesMaster" Target="/ppt/notesMasters/notesMaster1.xml" Id="R67778ffc4d954906" /><Relationship Type="http://schemas.openxmlformats.org/officeDocument/2006/relationships/presProps" Target="/ppt/presProps.xml" Id="R59ceda2ded9f450c" /><Relationship Type="http://schemas.openxmlformats.org/officeDocument/2006/relationships/tableStyles" Target="/ppt/tableStyles.xml" Id="Rf1bfa33418e748b7" /><Relationship Type="http://schemas.openxmlformats.org/officeDocument/2006/relationships/slide" Target="/ppt/slides/slide1.xml" Id="R11ad9d8bd90848e4" /><Relationship Type="http://schemas.openxmlformats.org/officeDocument/2006/relationships/slide" Target="/ppt/slides/slide2.xml" Id="R48edf263987b44c0" /><Relationship Type="http://schemas.openxmlformats.org/officeDocument/2006/relationships/slide" Target="/ppt/slides/slide3.xml" Id="R016888a3aec94109" /><Relationship Type="http://schemas.openxmlformats.org/officeDocument/2006/relationships/slide" Target="/ppt/slides/slide4.xml" Id="R0ee177156a8c4ebb" /><Relationship Type="http://schemas.openxmlformats.org/officeDocument/2006/relationships/slide" Target="/ppt/slides/slide5.xml" Id="R248bb1154ada408e" /><Relationship Type="http://schemas.openxmlformats.org/officeDocument/2006/relationships/slide" Target="/ppt/slides/slide6.xml" Id="Rfc2f9ea147dd441b" /><Relationship Type="http://schemas.openxmlformats.org/officeDocument/2006/relationships/slide" Target="/ppt/slides/slide7.xml" Id="R77a5ae14101143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1e10f6ae1c4a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07d9cdc5834b02" /><Relationship Type="http://schemas.openxmlformats.org/officeDocument/2006/relationships/notesMaster" Target="/ppt/notesMasters/notesMaster1.xml" Id="Rc6041693f49848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3ede8c6322e494a" /><Relationship Type="http://schemas.openxmlformats.org/officeDocument/2006/relationships/notesMaster" Target="/ppt/notesMasters/notesMaster1.xml" Id="R3b2f4378335d46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dd81b1b0ee40d0" /><Relationship Type="http://schemas.openxmlformats.org/officeDocument/2006/relationships/notesMaster" Target="/ppt/notesMasters/notesMaster1.xml" Id="R316d71197ca944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e7d307f45045e0" /><Relationship Type="http://schemas.openxmlformats.org/officeDocument/2006/relationships/notesMaster" Target="/ppt/notesMasters/notesMaster1.xml" Id="R28c1d691529045b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8e07b4ce604952" /><Relationship Type="http://schemas.openxmlformats.org/officeDocument/2006/relationships/notesMaster" Target="/ppt/notesMasters/notesMaster1.xml" Id="Rc450308195494e7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2a322e2e06642fe" /><Relationship Type="http://schemas.openxmlformats.org/officeDocument/2006/relationships/notesMaster" Target="/ppt/notesMasters/notesMaster1.xml" Id="Rfad16ec6a74a420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3fc4427b6947bc" /><Relationship Type="http://schemas.openxmlformats.org/officeDocument/2006/relationships/notesMaster" Target="/ppt/notesMasters/notesMaster1.xml" Id="R96fffe47c8d443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positioning supplied in docs/submission/project-description.md.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statement supplied by the user for the submission package.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Workflow and technical responsibilities described in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cases: cmumtu7n70000u8yw4v07evjp; cmunels8q000cp0yw55p4it62; cmumtuehv0007u8yw31ptuymh. Source: prepared demo database and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Usage is from the prepared three-Case fixture: 2,611 input and 2,480 output tokens. Recheck live usage endpoint before presenting. Real disputed proof transaction: 0x935e7762a443f0357885e0b8bdc72073afde68e985636c2395631a3b38a87b96.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Commercial model is proposed positioning, not current revenue or market-size claim. Supplied by user in pitch deck outline.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Roadmap represents planned future work only. Source: user-supplied submission requirements.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b6c347e7f34a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d8a9cc4db147b4" /><Relationship Type="http://schemas.openxmlformats.org/officeDocument/2006/relationships/slideLayout" Target="/ppt/slideLayouts/slideLayout1.xml" Id="Rfdaf602f4b2f49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af602f4b2f49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45077f1c9f4ee6" /><Relationship Type="http://schemas.openxmlformats.org/officeDocument/2006/relationships/notesSlide" Target="/ppt/notesSlides/notesSlide1.xml" Id="Rdae4295f45574f0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c44b68507a4385" /><Relationship Type="http://schemas.openxmlformats.org/officeDocument/2006/relationships/notesSlide" Target="/ppt/notesSlides/notesSlide2.xml" Id="Ra619253afb9a455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376859e212478e" /><Relationship Type="http://schemas.openxmlformats.org/officeDocument/2006/relationships/notesSlide" Target="/ppt/notesSlides/notesSlide3.xml" Id="R477e45034f464a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98e1e21bca4847" /><Relationship Type="http://schemas.openxmlformats.org/officeDocument/2006/relationships/notesSlide" Target="/ppt/notesSlides/notesSlide4.xml" Id="R44e6a644f5d747c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dcb57b67b44720" /><Relationship Type="http://schemas.openxmlformats.org/officeDocument/2006/relationships/notesSlide" Target="/ppt/notesSlides/notesSlide5.xml" Id="Rd46c4e576475468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87c43b41d4468e" /><Relationship Type="http://schemas.openxmlformats.org/officeDocument/2006/relationships/notesSlide" Target="/ppt/notesSlides/notesSlide6.xml" Id="Rb0617d9d7593474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ddcec3b2ca43eb" /><Relationship Type="http://schemas.openxmlformats.org/officeDocument/2006/relationships/notesSlide" Target="/ppt/notesSlides/notesSlide7.xml" Id="Rad005f31c33c457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D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B69962-004C-4F7C-88C8-8A70D07A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81100"/>
            <a:ext cx="106680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Agent Financial</a:t>
            </a:r>
          </a:p>
          <a:p xmlns:a="http://schemas.openxmlformats.org/drawingml/2006/main">
            <a:pPr>
              <a:defRPr sz="4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Black Box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6C866B-7B80-4F56-A58F-212EDA21A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DDEAF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DEAF0"/>
                </a:solidFill>
                <a:latin typeface="Arial"/>
                <a:ea typeface="Arial"/>
                <a:cs typeface="Arial"/>
              </a:rPr>
              <a:t>Every AI payment should be explainable.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0F52B0-84E3-461A-9C9F-0CAAC0FE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82C4E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2C4E3"/>
                </a:solidFill>
                <a:latin typeface="Arial"/>
                <a:ea typeface="Arial"/>
                <a:cs typeface="Arial"/>
              </a:rPr>
              <a:t>LLM interprets. Code enforces. Blockchain proves.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D5C323-59A4-4EE5-8F0A-B2A68D11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ED0D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ED0DA"/>
                </a:solidFill>
                <a:latin typeface="Arial"/>
                <a:ea typeface="Arial"/>
                <a:cs typeface="Arial"/>
              </a:rPr>
              <a:t>Solo hackathon project</a:t>
            </a:r>
          </a:p>
        </p:txBody>
      </p:sp>
    </p:spTree>
    <p:extLst>
      <p:ext uri="{BB962C8B-B14F-4D97-AF65-F5344CB8AC3E}">
        <p14:creationId xmlns:p14="http://schemas.microsoft.com/office/powerpoint/2010/main" val="11893503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2F7C95-58ED-430A-B15C-EB6C4F3F9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45B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45B83"/>
                </a:solidFill>
                <a:latin typeface="Arial"/>
                <a:ea typeface="Arial"/>
                <a:cs typeface="Arial"/>
              </a:rPr>
              <a:t>AGENT FINANCIAL BLACK BOX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16F65A-3BD8-444B-ABA3-93BAE3C3B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2900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36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36C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933467-0C12-43C7-A409-F60C3195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5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242D"/>
                </a:solidFill>
                <a:latin typeface="Arial"/>
                <a:ea typeface="Arial"/>
                <a:cs typeface="Arial"/>
              </a:rPr>
              <a:t>Autonomous payments create an accountability gap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C7E7CD-5FEE-44B3-97F7-FC32DCCE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436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36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3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322200-A304-45E5-B971-5B62E5BA0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5B8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5B83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62ECC3-EC79-4CA7-AFB6-3FB08706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95500"/>
            <a:ext cx="996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242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42D"/>
                </a:solidFill>
                <a:latin typeface="Arial"/>
                <a:ea typeface="Arial"/>
                <a:cs typeface="Arial"/>
              </a:rPr>
              <a:t>Payment records show the charge, not the user's original authorization.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D623DB-619B-44A4-85A0-3C64C810B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5B8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5B83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C01C86-4856-4B08-B33D-3F74AD7E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43200"/>
            <a:ext cx="996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242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42D"/>
                </a:solidFill>
                <a:latin typeface="Arial"/>
                <a:ea typeface="Arial"/>
                <a:cs typeface="Arial"/>
              </a:rPr>
              <a:t>The agent's decision can be hard to reconstruct after a failure.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7C9909-77C4-442E-AF20-7FB776C5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9090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5B8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5B83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5D51D1-5E74-4393-B2D0-203866D8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90900"/>
            <a:ext cx="996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242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42D"/>
                </a:solidFill>
                <a:latin typeface="Arial"/>
                <a:ea typeface="Arial"/>
                <a:cs typeface="Arial"/>
              </a:rPr>
              <a:t>Disputes need the instruction, policy result, approval, and payment.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DBBFF2-ACF6-4D6E-AFD4-B682791F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5B8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5B83"/>
                </a:solidFill>
                <a:latin typeface="Arial"/>
                <a:ea typeface="Arial"/>
                <a:cs typeface="Arial"/>
              </a:rPr>
              <a:t>What did the user authorize?  What did the agent attempt?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AF923B-9D1C-4EDB-8EF1-BE81AC11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97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5B8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5B83"/>
                </a:solidFill>
                <a:latin typeface="Arial"/>
                <a:ea typeface="Arial"/>
                <a:cs typeface="Arial"/>
              </a:rPr>
              <a:t>Why was it allowed or blocked?  Can the evidence still be trusted?</a:t>
            </a:r>
          </a:p>
        </p:txBody>
      </p:sp>
    </p:spTree>
    <p:extLst>
      <p:ext uri="{BB962C8B-B14F-4D97-AF65-F5344CB8AC3E}">
        <p14:creationId xmlns:p14="http://schemas.microsoft.com/office/powerpoint/2010/main" val="3420676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E4CBD6-6BEC-4C39-869C-60128B4E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45B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45B83"/>
                </a:solidFill>
                <a:latin typeface="Arial"/>
                <a:ea typeface="Arial"/>
                <a:cs typeface="Arial"/>
              </a:rPr>
              <a:t>AGENT FINANCIAL BLACK BOX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9FF657-E7BC-4F7B-8DF7-7671B587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2900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36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36C"/>
                </a:solidFill>
                <a:latin typeface="Arial"/>
                <a:ea typeface="Arial"/>
                <a:cs typeface="Arial"/>
              </a:rPr>
              <a:t>SOLUTION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7076FA-7794-44C8-93CF-15C73FADC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5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242D"/>
                </a:solidFill>
                <a:latin typeface="Arial"/>
                <a:ea typeface="Arial"/>
                <a:cs typeface="Arial"/>
              </a:rPr>
              <a:t>A financial black box for AI agents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4FEA5B-8383-4337-8E3D-04AB2388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436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36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3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D7F7A5-7823-4780-946E-EF2800E9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5B8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5B8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20FF80-50B2-45AC-88B6-B0D2BEC0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0025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242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242D"/>
                </a:solidFill>
                <a:latin typeface="Arial"/>
                <a:ea typeface="Arial"/>
                <a:cs typeface="Arial"/>
              </a:rPr>
              <a:t>User instruction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C1812E-358B-4C93-A83A-9138E429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00025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36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36C"/>
                </a:solidFill>
                <a:latin typeface="Arial"/>
                <a:ea typeface="Arial"/>
                <a:cs typeface="Arial"/>
              </a:rPr>
              <a:t>Original spending boundary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22C8FC-E3C4-4B86-9096-D5F15177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9082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5B8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5B8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695D56-1BBC-4781-9A66-BB8C200B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90825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242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242D"/>
                </a:solidFill>
                <a:latin typeface="Arial"/>
                <a:ea typeface="Arial"/>
                <a:cs typeface="Arial"/>
              </a:rPr>
              <a:t>Qwen policy parsing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26ACD7-B50E-4DA8-8D2C-06C0EC360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790825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36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36C"/>
                </a:solidFill>
                <a:latin typeface="Arial"/>
                <a:ea typeface="Arial"/>
                <a:cs typeface="Arial"/>
              </a:rPr>
              <a:t>Structured constraints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DF65E1-FFE7-4257-8F0C-F26BCFC2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814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5B8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5B8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3EFB5A-C7A1-47D3-8E72-F6ADB076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8140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242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242D"/>
                </a:solidFill>
                <a:latin typeface="Arial"/>
                <a:ea typeface="Arial"/>
                <a:cs typeface="Arial"/>
              </a:rPr>
              <a:t>Code enforcement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3E4122-9BFC-4790-946C-7D1F7E51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58140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36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36C"/>
                </a:solidFill>
                <a:latin typeface="Arial"/>
                <a:ea typeface="Arial"/>
                <a:cs typeface="Arial"/>
              </a:rPr>
              <a:t>Amount, merchant, deadline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5CCA5A-0F36-4263-98FF-3CECFFF3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719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5B8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5B8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1129EF-F875-4B92-BF7E-189F45579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71975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242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242D"/>
                </a:solidFill>
                <a:latin typeface="Arial"/>
                <a:ea typeface="Arial"/>
                <a:cs typeface="Arial"/>
              </a:rPr>
              <a:t>Approval and payment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5B0FDB-60BE-47E7-8FDF-CE51B3ED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371975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36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36C"/>
                </a:solidFill>
                <a:latin typeface="Arial"/>
                <a:ea typeface="Arial"/>
                <a:cs typeface="Arial"/>
              </a:rPr>
              <a:t>Explicit approval; external result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6968C9-5F2A-4078-9D5E-5C0A8D3C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625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5B8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5B8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548027-6132-4A33-8F61-069988076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6255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242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242D"/>
                </a:solidFill>
                <a:latin typeface="Arial"/>
                <a:ea typeface="Arial"/>
                <a:cs typeface="Arial"/>
              </a:rPr>
              <a:t>Proof and audit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750507-1F69-41FB-8E8F-85B513BF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16255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36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36C"/>
                </a:solidFill>
                <a:latin typeface="Arial"/>
                <a:ea typeface="Arial"/>
                <a:cs typeface="Arial"/>
              </a:rPr>
              <a:t>Verifiable evidence; explanation</a:t>
            </a:r>
          </a:p>
        </p:txBody>
      </p:sp>
    </p:spTree>
    <p:extLst>
      <p:ext uri="{BB962C8B-B14F-4D97-AF65-F5344CB8AC3E}">
        <p14:creationId xmlns:p14="http://schemas.microsoft.com/office/powerpoint/2010/main" val="11572004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30614A-F1B6-4A49-9F36-BBB4F5C6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45B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45B83"/>
                </a:solidFill>
                <a:latin typeface="Arial"/>
                <a:ea typeface="Arial"/>
                <a:cs typeface="Arial"/>
              </a:rPr>
              <a:t>AGENT FINANCIAL BLACK BOX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5CEBE6-A956-4BDC-A598-3CF5C7A8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2900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36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36C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71E1F0-FE9B-4835-AE99-1F8457C4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5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242D"/>
                </a:solidFill>
                <a:latin typeface="Arial"/>
                <a:ea typeface="Arial"/>
                <a:cs typeface="Arial"/>
              </a:rPr>
              <a:t>One audit trail from instruction to dispute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BFF3F6-3AF8-4A65-AC6E-82DAE0DA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436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36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36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1BF169-004C-4C16-AF67-9AB9B5652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5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5B83"/>
                </a:solidFill>
                <a:latin typeface="Arial"/>
                <a:ea typeface="Arial"/>
                <a:cs typeface="Arial"/>
              </a:rPr>
              <a:t>Three visible outcomes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D93CF3-B44C-4966-A760-670B9D568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377F6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77F60"/>
                </a:solidFill>
                <a:latin typeface="Arial"/>
                <a:ea typeface="Arial"/>
                <a:cs typeface="Arial"/>
              </a:rPr>
              <a:t>VERIFIED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5906F2-AAE7-4065-BAD5-6A80463AA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14675"/>
            <a:ext cx="481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5242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242D"/>
                </a:solidFill>
                <a:latin typeface="Arial"/>
                <a:ea typeface="Arial"/>
                <a:cs typeface="Arial"/>
              </a:rPr>
              <a:t>$45 payment within a $50 policy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0523B7-4B0F-4177-97F9-58A9EFEA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A34F4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A34F4F"/>
                </a:solidFill>
                <a:latin typeface="Arial"/>
                <a:ea typeface="Arial"/>
                <a:cs typeface="Arial"/>
              </a:rPr>
              <a:t>BLOCKED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A2B253-88FD-4E57-BB4F-30B5FBA2A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9575"/>
            <a:ext cx="481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5242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242D"/>
                </a:solidFill>
                <a:latin typeface="Arial"/>
                <a:ea typeface="Arial"/>
                <a:cs typeface="Arial"/>
              </a:rPr>
              <a:t>$42 proposal against a $30 limit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7DEB3B-22D9-48CD-B983-73CA735B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5B8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5B83"/>
                </a:solidFill>
                <a:latin typeface="Arial"/>
                <a:ea typeface="Arial"/>
                <a:cs typeface="Arial"/>
              </a:rPr>
              <a:t>DISPUTED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B9F553-56EF-44D4-A497-10795070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24475"/>
            <a:ext cx="481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5242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242D"/>
                </a:solidFill>
                <a:latin typeface="Arial"/>
                <a:ea typeface="Arial"/>
                <a:cs typeface="Arial"/>
              </a:rPr>
              <a:t>$32 final charge against a $30 limit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0FC031-2100-4AF7-83E3-03D5AC6F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0025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5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5B83"/>
                </a:solidFill>
                <a:latin typeface="Arial"/>
                <a:ea typeface="Arial"/>
                <a:cs typeface="Arial"/>
              </a:rPr>
              <a:t>One timeline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5A843A-F80D-4CF5-A70C-17FC129F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7652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5B8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5B83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22AC8B-E5AC-47CC-A615-D7D1E456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676525"/>
            <a:ext cx="4371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5242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242D"/>
                </a:solidFill>
                <a:latin typeface="Arial"/>
                <a:ea typeface="Arial"/>
                <a:cs typeface="Arial"/>
              </a:rPr>
              <a:t>User instruction and versioned policy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D420F6-8B9E-4CD7-B835-D5785AE3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1470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5B8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5B83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91D37C-C0E1-45C5-A519-DBAB6666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14700"/>
            <a:ext cx="4371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5242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242D"/>
                </a:solidFill>
                <a:latin typeface="Arial"/>
                <a:ea typeface="Arial"/>
                <a:cs typeface="Arial"/>
              </a:rPr>
              <a:t>Agent proposal and deterministic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55DA1E-F113-4885-B6CB-C20FBC20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5287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5B8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5B83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57E932-DAED-493F-A5D5-6930D8CD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952875"/>
            <a:ext cx="4371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5242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242D"/>
                </a:solidFill>
                <a:latin typeface="Arial"/>
                <a:ea typeface="Arial"/>
                <a:cs typeface="Arial"/>
              </a:rPr>
              <a:t>Explicit human approval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A54AB1-DE22-443E-B1B3-3E646ABF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9105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5B8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5B83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E1A571-2B2C-4C1F-B7A8-C6F88EB7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591050"/>
            <a:ext cx="4371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5242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242D"/>
                </a:solidFill>
                <a:latin typeface="Arial"/>
                <a:ea typeface="Arial"/>
                <a:cs typeface="Arial"/>
              </a:rPr>
              <a:t>External payment and dispute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E1536D-F2D0-435D-9E0E-0D5F8C6F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2922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5B8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5B83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517737-2A9C-4BCC-8ECE-98C5B88B1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229225"/>
            <a:ext cx="4371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5242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242D"/>
                </a:solidFill>
                <a:latin typeface="Arial"/>
                <a:ea typeface="Arial"/>
                <a:cs typeface="Arial"/>
              </a:rPr>
              <a:t>On-chain proof and structured audit</a:t>
            </a:r>
          </a:p>
        </p:txBody>
      </p:sp>
    </p:spTree>
    <p:extLst>
      <p:ext uri="{BB962C8B-B14F-4D97-AF65-F5344CB8AC3E}">
        <p14:creationId xmlns:p14="http://schemas.microsoft.com/office/powerpoint/2010/main" val="5288854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C292E2-A08D-42B8-9C6F-51A76A6C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45B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45B83"/>
                </a:solidFill>
                <a:latin typeface="Arial"/>
                <a:ea typeface="Arial"/>
                <a:cs typeface="Arial"/>
              </a:rPr>
              <a:t>AGENT FINANCIAL BLACK BOX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82E612-7C6A-4657-8B9F-A084A370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2900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36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36C"/>
                </a:solidFill>
                <a:latin typeface="Arial"/>
                <a:ea typeface="Arial"/>
                <a:cs typeface="Arial"/>
              </a:rPr>
              <a:t>TECHNICAL HIGHLIGHTS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F341D2-DEFB-456E-925E-E4B1E2A1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5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242D"/>
                </a:solidFill>
                <a:latin typeface="Arial"/>
                <a:ea typeface="Arial"/>
                <a:cs typeface="Arial"/>
              </a:rPr>
              <a:t>AI only where AI is useful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370AFD-F9BB-40D4-A103-AE3121BE3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436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36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36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5D6613-2BAD-48A1-A428-7713CB5F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5B8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5B83"/>
                </a:solidFill>
                <a:latin typeface="Arial"/>
                <a:ea typeface="Arial"/>
                <a:cs typeface="Arial"/>
              </a:rPr>
              <a:t>Kiln + Qwen3-32B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A17523-E4B9-4A55-A44A-3712B532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6143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24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42D"/>
                </a:solidFill>
                <a:latin typeface="Arial"/>
                <a:ea typeface="Arial"/>
                <a:cs typeface="Arial"/>
              </a:rPr>
              <a:t>Policy extraction and audit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6F4E92-2F08-48C9-B231-5F7980129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5B8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5B83"/>
                </a:solidFill>
                <a:latin typeface="Arial"/>
                <a:ea typeface="Arial"/>
                <a:cs typeface="Arial"/>
              </a:rPr>
              <a:t>Deterministic NestJS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B7D9BB-2AE9-41F7-96B7-A22CAFE3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24150"/>
            <a:ext cx="6143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24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42D"/>
                </a:solidFill>
                <a:latin typeface="Arial"/>
                <a:ea typeface="Arial"/>
                <a:cs typeface="Arial"/>
              </a:rPr>
              <a:t>Total amount, merchant, deadline checks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539D1E-461A-4303-8E36-3E4BCF32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4805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5B8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5B83"/>
                </a:solidFill>
                <a:latin typeface="Arial"/>
                <a:ea typeface="Arial"/>
                <a:cs typeface="Arial"/>
              </a:rPr>
              <a:t>Append-only events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7A2CD7-43DC-4DA2-83D4-55D854CDC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48050"/>
            <a:ext cx="6143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24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42D"/>
                </a:solidFill>
                <a:latin typeface="Arial"/>
                <a:ea typeface="Arial"/>
                <a:cs typeface="Arial"/>
              </a:rPr>
              <a:t>Idempotency, sequence, event hash chain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BA2E3F-8EBF-457C-B11B-AF2E0306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5B8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5B83"/>
                </a:solidFill>
                <a:latin typeface="Arial"/>
                <a:ea typeface="Arial"/>
                <a:cs typeface="Arial"/>
              </a:rPr>
              <a:t>Ethereum Sepolia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39C1D5-B795-4894-9D67-69C3EBB1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171950"/>
            <a:ext cx="6143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24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42D"/>
                </a:solidFill>
                <a:latin typeface="Arial"/>
                <a:ea typeface="Arial"/>
                <a:cs typeface="Arial"/>
              </a:rPr>
              <a:t>Canonical evidence hash; verified real proof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298CE9-3B55-4B43-8B3D-18A5B5DA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5B8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5B83"/>
                </a:solidFill>
                <a:latin typeface="Arial"/>
                <a:ea typeface="Arial"/>
                <a:cs typeface="Arial"/>
              </a:rPr>
              <a:t>REST + MCP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C57363-A02E-4246-8CD2-2613445E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95850"/>
            <a:ext cx="6143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24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42D"/>
                </a:solidFill>
                <a:latin typeface="Arial"/>
                <a:ea typeface="Arial"/>
                <a:cs typeface="Arial"/>
              </a:rPr>
              <a:t>Two adapters, one core policy engine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C7A73C-AC95-4028-B70A-822E2D496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7875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36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36C"/>
                </a:solidFill>
                <a:latin typeface="Arial"/>
                <a:ea typeface="Arial"/>
                <a:cs typeface="Arial"/>
              </a:rPr>
              <a:t>Prepared demo dataset: 8 Qwen calls · 5,091 measured tokens</a:t>
            </a:r>
          </a:p>
        </p:txBody>
      </p:sp>
    </p:spTree>
    <p:extLst>
      <p:ext uri="{BB962C8B-B14F-4D97-AF65-F5344CB8AC3E}">
        <p14:creationId xmlns:p14="http://schemas.microsoft.com/office/powerpoint/2010/main" val="10956869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380902-C411-4DD6-85EF-908F024F2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45B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45B83"/>
                </a:solidFill>
                <a:latin typeface="Arial"/>
                <a:ea typeface="Arial"/>
                <a:cs typeface="Arial"/>
              </a:rPr>
              <a:t>AGENT FINANCIAL BLACK BOX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C0CFA5-4D04-40EC-AFA5-67AB3C13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2900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36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36C"/>
                </a:solidFill>
                <a:latin typeface="Arial"/>
                <a:ea typeface="Arial"/>
                <a:cs typeface="Arial"/>
              </a:rPr>
              <a:t>MARKET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794765-79DF-4B53-A441-FF76DC70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5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242D"/>
                </a:solidFill>
                <a:latin typeface="Arial"/>
                <a:ea typeface="Arial"/>
                <a:cs typeface="Arial"/>
              </a:rPr>
              <a:t>Trust infrastructure for agentic commerce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183F77-9EFC-424B-9243-52C0BEAA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436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36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36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940ED3-8D2F-4FF4-8E06-6CF0A8D1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5B8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5B83"/>
                </a:solidFill>
                <a:latin typeface="Arial"/>
                <a:ea typeface="Arial"/>
                <a:cs typeface="Arial"/>
              </a:rPr>
              <a:t>Potential customers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27AFB5-EEF3-4581-BF3C-9C664202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5B8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5B83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2EB7D9-40B0-474A-804A-F1BB6F6C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14625"/>
            <a:ext cx="4676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24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42D"/>
                </a:solidFill>
                <a:latin typeface="Arial"/>
                <a:ea typeface="Arial"/>
                <a:cs typeface="Arial"/>
              </a:rPr>
              <a:t>AI shopping and travel agents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69DE6D-6102-46C6-84CB-60B65B418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6232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5B8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5B83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98AE8B-6826-4001-BFB5-9DF91E3C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62325"/>
            <a:ext cx="4676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24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42D"/>
                </a:solidFill>
                <a:latin typeface="Arial"/>
                <a:ea typeface="Arial"/>
                <a:cs typeface="Arial"/>
              </a:rPr>
              <a:t>Enterprise purchasing agents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AAD865-A758-47CC-B842-3A5ED3900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1002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5B8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5B83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AD589D-BB17-47AF-9CA7-08C08487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10025"/>
            <a:ext cx="4676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24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42D"/>
                </a:solidFill>
                <a:latin typeface="Arial"/>
                <a:ea typeface="Arial"/>
                <a:cs typeface="Arial"/>
              </a:rPr>
              <a:t>AI wallets and commerce platforms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2203AF-0720-4BA9-B3EF-53078510C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764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5B8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5B83"/>
                </a:solidFill>
                <a:latin typeface="Arial"/>
                <a:ea typeface="Arial"/>
                <a:cs typeface="Arial"/>
              </a:rPr>
              <a:t>Initial commercial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41850B-2659-41E1-9013-7031A4AA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1462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5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5B83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9FDCAE-04E1-4110-BFC2-2A8554BE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14625"/>
            <a:ext cx="434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24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42D"/>
                </a:solidFill>
                <a:latin typeface="Arial"/>
                <a:ea typeface="Arial"/>
                <a:cs typeface="Arial"/>
              </a:rPr>
              <a:t>Usage-based B2B API / SDK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868CD2-4BCA-4055-BD62-07F6FD9B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6232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5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5B83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A2493F-EBFE-4D41-AB72-4831B7FE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62325"/>
            <a:ext cx="434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24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42D"/>
                </a:solidFill>
                <a:latin typeface="Arial"/>
                <a:ea typeface="Arial"/>
                <a:cs typeface="Arial"/>
              </a:rPr>
              <a:t>Enterprise compliance and audit tier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EF2BDC-68EF-4878-B77A-B89D04F4B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01002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5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5B83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DFB2D3-92E4-496E-BCFA-432C1112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10025"/>
            <a:ext cx="434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24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42D"/>
                </a:solidFill>
                <a:latin typeface="Arial"/>
                <a:ea typeface="Arial"/>
                <a:cs typeface="Arial"/>
              </a:rPr>
              <a:t>Higher-volume event ingestion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0E31FF-3E59-4EEC-9AF7-7968D6EA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242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242D"/>
                </a:solidFill>
                <a:latin typeface="Arial"/>
                <a:ea typeface="Arial"/>
                <a:cs typeface="Arial"/>
              </a:rPr>
              <a:t>Built for teams developing financially autonomous agents.</a:t>
            </a:r>
          </a:p>
        </p:txBody>
      </p:sp>
    </p:spTree>
    <p:extLst>
      <p:ext uri="{BB962C8B-B14F-4D97-AF65-F5344CB8AC3E}">
        <p14:creationId xmlns:p14="http://schemas.microsoft.com/office/powerpoint/2010/main" val="21075254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4BB9FE-0A63-43B9-8989-1D70BEE4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45B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45B83"/>
                </a:solidFill>
                <a:latin typeface="Arial"/>
                <a:ea typeface="Arial"/>
                <a:cs typeface="Arial"/>
              </a:rPr>
              <a:t>AGENT FINANCIAL BLACK BOX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5C2ACC-971B-44E3-AD5C-2BFF977FF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2900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36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36C"/>
                </a:solidFill>
                <a:latin typeface="Arial"/>
                <a:ea typeface="Arial"/>
                <a:cs typeface="Arial"/>
              </a:rPr>
              <a:t>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49E7F5-194D-4BF5-B877-C018682E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5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242D"/>
                </a:solidFill>
                <a:latin typeface="Arial"/>
                <a:ea typeface="Arial"/>
                <a:cs typeface="Arial"/>
              </a:rPr>
              <a:t>From prototype to financial agent infrastructure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F3CAD7-8AFD-4211-A769-79F32327E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436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36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36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71CE32-43D9-4025-94F9-01D7BDCE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5B8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5B83"/>
                </a:solidFill>
                <a:latin typeface="Arial"/>
                <a:ea typeface="Arial"/>
                <a:cs typeface="Arial"/>
              </a:rPr>
              <a:t>Now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71125F-1F9C-4D54-A84E-16D0AF2C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3367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5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5B83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B27FBA-C94B-4287-8F2A-F174FC33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33675"/>
            <a:ext cx="44862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24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42D"/>
                </a:solidFill>
                <a:latin typeface="Arial"/>
                <a:ea typeface="Arial"/>
                <a:cs typeface="Arial"/>
              </a:rPr>
              <a:t>Policy control and explicit approval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2FCA10-D596-414E-8E9D-BD65EB7AF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4327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5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5B83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A86A2C-9FF9-4566-B464-1836096F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43275"/>
            <a:ext cx="44862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24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42D"/>
                </a:solidFill>
                <a:latin typeface="Arial"/>
                <a:ea typeface="Arial"/>
                <a:cs typeface="Arial"/>
              </a:rPr>
              <a:t>Event trail and Qwen audit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BA8CAD-F028-41F1-8330-9A314EB1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5287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5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5B83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DBE5A4-8558-46C7-ACB6-2FD06581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52875"/>
            <a:ext cx="44862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24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42D"/>
                </a:solidFill>
                <a:latin typeface="Arial"/>
                <a:ea typeface="Arial"/>
                <a:cs typeface="Arial"/>
              </a:rPr>
              <a:t>Sepolia proof, REST, and MCP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518979-43DE-4DE7-A4C1-1EB3605B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383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5B8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5B83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B46646-FE73-4E0C-8707-14C686CE9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3367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5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5B83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6113B9-95EA-4F03-86E7-7060D35D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3367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24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42D"/>
                </a:solidFill>
                <a:latin typeface="Arial"/>
                <a:ea typeface="Arial"/>
                <a:cs typeface="Arial"/>
              </a:rPr>
              <a:t>Signed identities and enterprise access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95D953-C23C-48A6-8DB2-6D67E370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4327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5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5B83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189D30-6F7C-4675-BB71-7ECE6F55F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4327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24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42D"/>
                </a:solidFill>
                <a:latin typeface="Arial"/>
                <a:ea typeface="Arial"/>
                <a:cs typeface="Arial"/>
              </a:rPr>
              <a:t>Payment and webhook integrations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F5BD9D-CA70-4B5D-9EF2-197AD912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5287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5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5B83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3F7BE3-D828-4BFE-AE76-86D1B38A7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5287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24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42D"/>
                </a:solidFill>
                <a:latin typeface="Arial"/>
                <a:ea typeface="Arial"/>
                <a:cs typeface="Arial"/>
              </a:rPr>
              <a:t>Production event and evidence options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D2138F-58A3-44D1-87F8-340BCF87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768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242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242D"/>
                </a:solidFill>
                <a:latin typeface="Arial"/>
                <a:ea typeface="Arial"/>
                <a:cs typeface="Arial"/>
              </a:rPr>
              <a:t>Autonomous agents should be able to spend 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8120B7-2A90-47F9-A06E-82242992B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340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5B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5B83"/>
                </a:solidFill>
                <a:latin typeface="Arial"/>
                <a:ea typeface="Arial"/>
                <a:cs typeface="Arial"/>
              </a:rPr>
              <a:t>without making accountability autonomous too.</a:t>
            </a:r>
          </a:p>
        </p:txBody>
      </p:sp>
    </p:spTree>
    <p:extLst>
      <p:ext uri="{BB962C8B-B14F-4D97-AF65-F5344CB8AC3E}">
        <p14:creationId xmlns:p14="http://schemas.microsoft.com/office/powerpoint/2010/main" val="11520220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2026-09-30T01:35:28.7860000Z</dcterms:created>
  <dcterms:modified xsi:type="dcterms:W3CDTF">2026-09-30T01:35:28.7860000Z</dcterms:modified>
</coreProperties>
</file>